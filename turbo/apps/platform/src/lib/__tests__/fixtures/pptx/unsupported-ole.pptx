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package" Target="../embeddings/Microsoft_Excel_Sheet1.xlsx"/><Relationship Id="rId3" Type="http://schemas.openxmlformats.org/officeDocument/2006/relationships/image" Target="../media/image1.wm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132"/>
                </a:solidFill>
                <a:latin typeface="Noto Sans CJK SC"/>
              </a:defRPr>
            </a:pPr>
            <a:r>
              <a:t>Unsupported boundary · embedded OLE</a:t>
            </a:r>
          </a:p>
        </p:txBody>
      </p:sp>
      <p:graphicFrame>
        <p:nvGraphicFramePr>
          <p:cNvPr id="3" name="Object 2"/>
          <p:cNvGraphicFramePr>
            <a:graphicFrameLocks noGrp="1"/>
          </p:cNvGraphicFramePr>
          <p:nvPr/>
        </p:nvGraphicFramePr>
        <p:xfrm>
          <a:off x="4343400" y="1828800"/>
          <a:ext cx="2743200" cy="2011680"/>
        </p:xfrm>
        <a:graphic>
          <a:graphicData uri="http://schemas.openxmlformats.org/presentationml/2006/ole">
            <p:oleObj showAsIcon="1" r:id="rId2" imgW="965200" imgH="609600" progId="Excel.Sheet.12">
              <p:embed/>
              <p:pic>
                <p:nvPicPr>
                  <p:cNvPr id="0" name="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4343400" y="1828800"/>
                    <a:ext cx="2743200" cy="201168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