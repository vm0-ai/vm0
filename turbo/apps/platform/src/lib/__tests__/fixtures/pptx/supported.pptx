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Preview and export parity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预览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29</c:v>
                </c:pt>
                <c:pt idx="2">
                  <c:v>36</c:v>
                </c:pt>
                <c:pt idx="3">
                  <c:v>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</c:v>
                </c:pt>
                <c:pt idx="1">
                  <c:v>28</c:v>
                </c:pt>
                <c:pt idx="2">
                  <c:v>35</c:v>
                </c:pt>
                <c:pt idx="3">
                  <c:v>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132"/>
                </a:solidFill>
                <a:latin typeface="Noto Sans CJK SC"/>
              </a:defRPr>
            </a:pPr>
            <a:r>
              <a:t>Typography · CJK · shapes ·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E185D"/>
                </a:solidFill>
                <a:latin typeface="Liberation Sans"/>
              </a:defRPr>
            </a:pPr>
            <a:r>
              <a:t>Zero browser preview</a:t>
            </a:r>
          </a:p>
          <a:p>
            <a:pPr>
              <a:defRPr sz="2400">
                <a:solidFill>
                  <a:srgbClr val="1E293B"/>
                </a:solidFill>
                <a:latin typeface="Noto Sans CJK SC"/>
              </a:defRPr>
            </a:pPr>
            <a:r>
              <a:t>中文字体与混排：浏览器原生渲染一致</a:t>
            </a:r>
          </a:p>
          <a:p>
            <a:pPr>
              <a:defRPr sz="1800" i="1">
                <a:latin typeface="Noto Serif CJK SC"/>
              </a:defRPr>
            </a:pPr>
            <a:r>
              <a:t>English / 中文 / 12345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3886200"/>
            <a:ext cx="1143000" cy="1143000"/>
          </a:xfrm>
          <a:prstGeom prst="ellipse">
            <a:avLst/>
          </a:prstGeom>
          <a:solidFill>
            <a:srgbClr val="0EA5E9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2194560" y="3703320"/>
            <a:ext cx="1417320" cy="1417320"/>
          </a:xfrm>
          <a:prstGeom prst="star5">
            <a:avLst/>
          </a:prstGeom>
          <a:solidFill>
            <a:srgbClr val="FACC15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 rot="300000">
            <a:off x="6400800" y="1234440"/>
            <a:ext cx="4343400" cy="1143000"/>
            <a:chOff x="6400800" y="1234440"/>
            <a:chExt cx="4343400" cy="1143000"/>
          </a:xfrm>
        </p:grpSpPr>
        <p:sp>
          <p:nvSpPr>
            <p:cNvPr id="7" name="Rounded Rectangle 6"/>
            <p:cNvSpPr/>
            <p:nvPr/>
          </p:nvSpPr>
          <p:spPr>
            <a:xfrm>
              <a:off x="6400800" y="1234440"/>
              <a:ext cx="2148840" cy="11430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Chevron 7"/>
            <p:cNvSpPr/>
            <p:nvPr/>
          </p:nvSpPr>
          <p:spPr>
            <a:xfrm>
              <a:off x="8732520" y="1234440"/>
              <a:ext cx="2011680" cy="1143000"/>
            </a:xfrm>
            <a:prstGeom prst="chevron">
              <a:avLst/>
            </a:prstGeom>
            <a:solidFill>
              <a:srgbClr val="A855F7"/>
            </a:solidFill>
            <a:ln>
              <a:solidFill>
                <a:srgbClr val="6B21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132"/>
                </a:solidFill>
                <a:latin typeface="Noto Sans CJK SC"/>
              </a:defRPr>
            </a:pPr>
            <a:r>
              <a:t>Images · tables</a:t>
            </a:r>
          </a:p>
        </p:txBody>
      </p:sp>
      <p:pic>
        <p:nvPicPr>
          <p:cNvPr id="3" name="Picture 2" descr="logo_red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3794760" cy="37947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00600" y="1143000"/>
          <a:ext cx="67208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</a:tblGrid>
              <a:tr h="1017270">
                <a:tc gridSpan="2"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Capability / 状态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Noto Sans CJK SC"/>
                        </a:defRPr>
                      </a:pPr>
                      <a:r>
                        <a:t>Font + CJK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Noto Sans CJK SC"/>
                        </a:defRPr>
                      </a:pPr>
                      <a:r>
                        <a:t>支持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Noto Sans CJK SC"/>
                        </a:defRPr>
                      </a:pPr>
                      <a:r>
                        <a:t>Noto Sans CJK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Noto Sans CJK SC"/>
                        </a:defRPr>
                      </a:pPr>
                      <a:r>
                        <a:t>Image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Noto Sans CJK SC"/>
                        </a:defRPr>
                      </a:pPr>
                      <a:r>
                        <a:t>支持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Noto Sans CJK SC"/>
                        </a:defRPr>
                      </a:pPr>
                      <a:r>
                        <a:t>Embedded PNG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Noto Sans CJK SC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Noto Sans CJK SC"/>
                        </a:defRPr>
                      </a:pPr>
                      <a:r>
                        <a:t>支持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Noto Sans CJK SC"/>
                        </a:defRPr>
                      </a:pPr>
                      <a:r>
                        <a:t>Merged header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132"/>
                </a:solidFill>
                <a:latin typeface="Noto Sans CJK SC"/>
              </a:defRPr>
            </a:pPr>
            <a:r>
              <a:t>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77240" y="1051560"/>
          <a:ext cx="10607040" cy="5166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